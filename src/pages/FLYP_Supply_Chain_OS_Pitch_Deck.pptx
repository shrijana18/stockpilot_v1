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FLYP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India’s First, Fastest, Frictionless Supply Chain OS</a:t>
            </a:r>
          </a:p>
          <a:p/>
          <a:p>
            <a:r>
              <a:t>Connecting Product Owners • Distributors • Retailers • Customers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supply-chain tools and manual processes</a:t>
            </a:r>
          </a:p>
          <a:p>
            <a:r>
              <a:t>Distributors managing orders on WhatsApp &amp; calls</a:t>
            </a:r>
          </a:p>
          <a:p>
            <a:r>
              <a:t>Retailers struggling with billing, inventory &amp; credit</a:t>
            </a:r>
          </a:p>
          <a:p>
            <a:r>
              <a:t>Product owners lacking real-time market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Commerce needs a unified operating system</a:t>
            </a:r>
          </a:p>
          <a:p>
            <a:r>
              <a:t>Manual workflows can’t scale</a:t>
            </a:r>
          </a:p>
          <a:p>
            <a:r>
              <a:t>Real-time visibility is now mandatory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FLYP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supply chain management platform</a:t>
            </a:r>
          </a:p>
          <a:p>
            <a:r>
              <a:t>Inventory, Billing, Orders, Employees, Analytics</a:t>
            </a:r>
          </a:p>
          <a:p>
            <a:r>
              <a:t>AI-powered, cloud-native, WhatsApp-enabled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FLYP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Retailer connects with Distributor</a:t>
            </a:r>
          </a:p>
          <a:p>
            <a:r>
              <a:t>Orders placed digitally</a:t>
            </a:r>
          </a:p>
          <a:p>
            <a:r>
              <a:t>Auto invoices &amp; WhatsApp updates</a:t>
            </a:r>
          </a:p>
          <a:p>
            <a:r>
              <a:t>Inventory &amp; analytics update in real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 &amp; Billing (Voice, GST, multi-payment)</a:t>
            </a:r>
          </a:p>
          <a:p>
            <a:r>
              <a:t>Inventory Management (AI, QR, forecasting)</a:t>
            </a:r>
          </a:p>
          <a:p>
            <a:r>
              <a:t>Order &amp; Dispatch Management</a:t>
            </a:r>
          </a:p>
          <a:p>
            <a:r>
              <a:t>WhatsApp Automation</a:t>
            </a:r>
          </a:p>
          <a:p>
            <a:r>
              <a:t>Analytics &amp;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WhatsApp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confirmations &amp; dispatch alerts</a:t>
            </a:r>
          </a:p>
          <a:p>
            <a:r>
              <a:t>Payment &amp; credit reminders</a:t>
            </a:r>
          </a:p>
          <a:p>
            <a:r>
              <a:t>Low-stock alerts &amp; reorders</a:t>
            </a:r>
          </a:p>
          <a:p>
            <a:r>
              <a:t>Promotional broadcasts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POS &amp;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Voice-enabled billing</a:t>
            </a:r>
          </a:p>
          <a:p>
            <a:r>
              <a:t>Automatic GST &amp; HSN mapping</a:t>
            </a:r>
          </a:p>
          <a:p>
            <a:r>
              <a:t>Real-time stock tracking</a:t>
            </a:r>
          </a:p>
          <a:p>
            <a:r>
              <a:t>AI demand forecasting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&amp; profit tracking</a:t>
            </a:r>
          </a:p>
          <a:p>
            <a:r>
              <a:t>Product &amp; brand performance</a:t>
            </a:r>
          </a:p>
          <a:p>
            <a:r>
              <a:t>Customer behavior insights</a:t>
            </a:r>
          </a:p>
          <a:p>
            <a:r>
              <a:t>Predictive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control</a:t>
            </a:r>
          </a:p>
          <a:p>
            <a:r>
              <a:t>Secure PIN-based login</a:t>
            </a:r>
          </a:p>
          <a:p>
            <a:r>
              <a:t>Activity &amp; performance tracking</a:t>
            </a:r>
          </a:p>
          <a:p>
            <a:r>
              <a:t>Multi-location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Uses FLYP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Retailers: Faster billing, better stock control</a:t>
            </a:r>
          </a:p>
          <a:p>
            <a:r>
              <a:t>Distributors: Centralized retailer network</a:t>
            </a:r>
          </a:p>
          <a:p>
            <a:r>
              <a:t>Product Owners: Full market visibility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3× faster order processing</a:t>
            </a:r>
          </a:p>
          <a:p>
            <a:r>
              <a:t>90% reduction in manual work</a:t>
            </a:r>
          </a:p>
          <a:p>
            <a:r>
              <a:t>25–40% better inventory control</a:t>
            </a:r>
          </a:p>
          <a:p>
            <a:r>
              <a:t>Improved cash flow &amp; visibility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FLYP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supply chain OS</a:t>
            </a:r>
          </a:p>
          <a:p>
            <a:r>
              <a:t>AI + WhatsApp native automation</a:t>
            </a:r>
          </a:p>
          <a:p>
            <a:r>
              <a:t>Built for Indian commerce</a:t>
            </a:r>
          </a:p>
          <a:p>
            <a:r>
              <a:t>Scales from small stores to enterprises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Flying Your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 a live demo</a:t>
            </a:r>
          </a:p>
          <a:p>
            <a:r>
              <a:t>Start a free trial</a:t>
            </a:r>
          </a:p>
          <a:p>
            <a:r>
              <a:t>Go live in under 30 minutes</a:t>
            </a:r>
          </a:p>
          <a:p>
            <a:r>
              <a:t>www.flypnow.com | support@flypnow.com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